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4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hCTvlYcKRZj8ioRZgesaiWemEZ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9" name="Google Shape;539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5" name="Google Shape;555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51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6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5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6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8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5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6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7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8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7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8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8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8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8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8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8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8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8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8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8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8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5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8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6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8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8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8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8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8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9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9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9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9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9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9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9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9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9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9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9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9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9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9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9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9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9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4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/>
          <p:nvPr/>
        </p:nvSpPr>
        <p:spPr>
          <a:xfrm>
            <a:off x="0" y="6516000"/>
            <a:ext cx="5221800" cy="323640"/>
          </a:xfrm>
          <a:prstGeom prst="rect">
            <a:avLst/>
          </a:prstGeom>
          <a:solidFill>
            <a:srgbClr val="323F4F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7"/>
          <p:cNvSpPr/>
          <p:nvPr/>
        </p:nvSpPr>
        <p:spPr>
          <a:xfrm>
            <a:off x="5198400" y="6516000"/>
            <a:ext cx="6993000" cy="323640"/>
          </a:xfrm>
          <a:prstGeom prst="rect">
            <a:avLst/>
          </a:prstGeom>
          <a:solidFill>
            <a:srgbClr val="9393FF"/>
          </a:solidFill>
          <a:ln cap="flat" cmpd="sng" w="25400">
            <a:solidFill>
              <a:srgbClr val="939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7"/>
          <p:cNvSpPr/>
          <p:nvPr/>
        </p:nvSpPr>
        <p:spPr>
          <a:xfrm>
            <a:off x="0" y="15840"/>
            <a:ext cx="12191760" cy="772200"/>
          </a:xfrm>
          <a:prstGeom prst="rect">
            <a:avLst/>
          </a:prstGeom>
          <a:solidFill>
            <a:srgbClr val="475EC1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7"/>
          <p:cNvSpPr/>
          <p:nvPr/>
        </p:nvSpPr>
        <p:spPr>
          <a:xfrm>
            <a:off x="-4320" y="6516360"/>
            <a:ext cx="5219640" cy="325440"/>
          </a:xfrm>
          <a:prstGeom prst="rect">
            <a:avLst/>
          </a:prstGeom>
          <a:noFill/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7"/>
          <p:cNvSpPr txBox="1"/>
          <p:nvPr>
            <p:ph idx="12" type="sldNum"/>
          </p:nvPr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4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47"/>
          <p:cNvSpPr txBox="1"/>
          <p:nvPr>
            <p:ph idx="11" type="ftr"/>
          </p:nvPr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4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9"/>
          <p:cNvSpPr/>
          <p:nvPr/>
        </p:nvSpPr>
        <p:spPr>
          <a:xfrm>
            <a:off x="0" y="6516000"/>
            <a:ext cx="5221800" cy="323640"/>
          </a:xfrm>
          <a:prstGeom prst="rect">
            <a:avLst/>
          </a:prstGeom>
          <a:solidFill>
            <a:srgbClr val="323F4F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9"/>
          <p:cNvSpPr/>
          <p:nvPr/>
        </p:nvSpPr>
        <p:spPr>
          <a:xfrm>
            <a:off x="5198400" y="6516000"/>
            <a:ext cx="6993000" cy="323640"/>
          </a:xfrm>
          <a:prstGeom prst="rect">
            <a:avLst/>
          </a:prstGeom>
          <a:solidFill>
            <a:srgbClr val="9393FF"/>
          </a:solidFill>
          <a:ln cap="flat" cmpd="sng" w="25400">
            <a:solidFill>
              <a:srgbClr val="939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9"/>
          <p:cNvSpPr/>
          <p:nvPr/>
        </p:nvSpPr>
        <p:spPr>
          <a:xfrm>
            <a:off x="0" y="15840"/>
            <a:ext cx="12191760" cy="772200"/>
          </a:xfrm>
          <a:prstGeom prst="rect">
            <a:avLst/>
          </a:prstGeom>
          <a:solidFill>
            <a:srgbClr val="475EC1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9"/>
          <p:cNvSpPr/>
          <p:nvPr/>
        </p:nvSpPr>
        <p:spPr>
          <a:xfrm>
            <a:off x="-4320" y="6516360"/>
            <a:ext cx="5219640" cy="325440"/>
          </a:xfrm>
          <a:prstGeom prst="rect">
            <a:avLst/>
          </a:prstGeom>
          <a:noFill/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9"/>
          <p:cNvSpPr txBox="1"/>
          <p:nvPr>
            <p:ph idx="12" type="sldNum"/>
          </p:nvPr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4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49"/>
          <p:cNvSpPr txBox="1"/>
          <p:nvPr>
            <p:ph idx="11" type="ftr"/>
          </p:nvPr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4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kedsoft.com/books/discrete-mathematics/paths-and-isomorphism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59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"/>
          <p:cNvSpPr/>
          <p:nvPr/>
        </p:nvSpPr>
        <p:spPr>
          <a:xfrm>
            <a:off x="1667880" y="2081880"/>
            <a:ext cx="836208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 Math review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4758120" y="1473120"/>
            <a:ext cx="69422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Granger Causality shortcomings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Entropy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9D9D9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Shannon entropy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9D9D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Conditional entropy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9D9D9"/>
                </a:solidFill>
                <a:latin typeface="Malgun Gothic"/>
                <a:ea typeface="Malgun Gothic"/>
                <a:cs typeface="Malgun Gothic"/>
                <a:sym typeface="Malgun Gothic"/>
              </a:rPr>
              <a:t>Mutual information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9D9D9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Transfer entropy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 Nonlinear information flows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"/>
          <p:cNvSpPr/>
          <p:nvPr/>
        </p:nvSpPr>
        <p:spPr>
          <a:xfrm>
            <a:off x="524880" y="1506960"/>
            <a:ext cx="294588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250" name="Google Shape;2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840" y="1315080"/>
            <a:ext cx="8076960" cy="329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Adjacency matrix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6059160" y="6509160"/>
            <a:ext cx="3653640" cy="4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이(가) 표시된 사진&#10;&#10;자동 생성된 설명" id="259" name="Google Shape;2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6560" y="1562400"/>
            <a:ext cx="6743520" cy="301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Degree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6059160" y="6509160"/>
            <a:ext cx="3653640" cy="4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5840" y="1366560"/>
            <a:ext cx="8281440" cy="32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Terminology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059160" y="6509160"/>
            <a:ext cx="3653640" cy="4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이(가) 표시된 사진&#10;&#10;자동 생성된 설명" id="277" name="Google Shape;2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200" y="1464840"/>
            <a:ext cx="9362160" cy="33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Terminology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059160" y="6509160"/>
            <a:ext cx="3653640" cy="4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이(가) 표시된 사진&#10;&#10;자동 생성된 설명" id="286" name="Google Shape;2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440" y="1346640"/>
            <a:ext cx="10276920" cy="37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Subgraph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720" y="1497240"/>
            <a:ext cx="10101240" cy="3476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/>
          <p:nvPr/>
        </p:nvSpPr>
        <p:spPr>
          <a:xfrm>
            <a:off x="5891400" y="6482520"/>
            <a:ext cx="203544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From wiki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cycle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059160" y="6509160"/>
            <a:ext cx="3653640" cy="4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손목시계, 창문이(가) 표시된 사진&#10;&#10;자동 생성된 설명" id="304" name="Google Shape;3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5360" y="1135080"/>
            <a:ext cx="4335120" cy="465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clique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, 연, 다채로운, 액세서리이(가) 표시된 사진&#10;&#10;자동 생성된 설명" id="312" name="Google Shape;3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720" y="1208880"/>
            <a:ext cx="5606640" cy="45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bipartite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0" y="1496880"/>
            <a:ext cx="10719360" cy="30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5518440" y="6513840"/>
            <a:ext cx="152352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From Rosen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Isomorphic invariants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329" name="Google Shape;3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80" y="1226880"/>
            <a:ext cx="10879200" cy="311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2800" y="971280"/>
            <a:ext cx="3781080" cy="492408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 txBox="1"/>
          <p:nvPr/>
        </p:nvSpPr>
        <p:spPr>
          <a:xfrm>
            <a:off x="91440" y="173736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Eigenvalues are (2,2,1, -1, -1)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Isomorphic invariants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059160" y="6509160"/>
            <a:ext cx="3653640" cy="4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1000" y="1170720"/>
            <a:ext cx="8384040" cy="419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Laplacian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352" name="Google Shape;3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600" y="1609920"/>
            <a:ext cx="5262480" cy="381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Laplacian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360" name="Google Shape;3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80" y="1249800"/>
            <a:ext cx="11579760" cy="3502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Spectrum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368" name="Google Shape;3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40" y="1089720"/>
            <a:ext cx="11432160" cy="164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 signals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5160" y="1297440"/>
            <a:ext cx="8199720" cy="4705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Fourier basis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384" name="Google Shape;3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920" y="965160"/>
            <a:ext cx="11690280" cy="5527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Fourier basis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392" name="Google Shape;3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040" y="1183680"/>
            <a:ext cx="9109080" cy="3494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 variations: Laplacian quadratic form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00" name="Google Shape;4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400" y="964440"/>
            <a:ext cx="11481120" cy="470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 variations: Laplacian quadratic form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08" name="Google Shape;4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00" y="1328400"/>
            <a:ext cx="10006560" cy="321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 variations: Laplacian quadratic form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p2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6" name="Google Shape;4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0" y="1117080"/>
            <a:ext cx="12083400" cy="48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Laplacian: Evalues, EVectors 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24" name="Google Shape;4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20" y="1149840"/>
            <a:ext cx="11776320" cy="443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31" name="Google Shape;4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120" y="384840"/>
            <a:ext cx="11815920" cy="558216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5"/>
          <p:cNvSpPr/>
          <p:nvPr/>
        </p:nvSpPr>
        <p:spPr>
          <a:xfrm>
            <a:off x="3086280" y="4622760"/>
            <a:ext cx="1599840" cy="545760"/>
          </a:xfrm>
          <a:prstGeom prst="rect">
            <a:avLst/>
          </a:prstGeom>
          <a:noFill/>
          <a:ln cap="flat" cmpd="sng" w="38150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2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Spectral clustering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2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0" name="Google Shape;440;p26"/>
          <p:cNvGrpSpPr/>
          <p:nvPr/>
        </p:nvGrpSpPr>
        <p:grpSpPr>
          <a:xfrm>
            <a:off x="1308600" y="894240"/>
            <a:ext cx="9307080" cy="5445000"/>
            <a:chOff x="1308600" y="894240"/>
            <a:chExt cx="9307080" cy="5445000"/>
          </a:xfrm>
        </p:grpSpPr>
        <p:pic>
          <p:nvPicPr>
            <p:cNvPr id="441" name="Google Shape;44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8600" y="894240"/>
              <a:ext cx="9307080" cy="544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26"/>
            <p:cNvSpPr/>
            <p:nvPr/>
          </p:nvSpPr>
          <p:spPr>
            <a:xfrm rot="-1617600">
              <a:off x="8204040" y="3540240"/>
              <a:ext cx="754560" cy="343440"/>
            </a:xfrm>
            <a:prstGeom prst="ellipse">
              <a:avLst/>
            </a:prstGeom>
            <a:noFill/>
            <a:ln cap="flat" cmpd="sng" w="57225">
              <a:solidFill>
                <a:srgbClr val="FF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26"/>
          <p:cNvSpPr/>
          <p:nvPr/>
        </p:nvSpPr>
        <p:spPr>
          <a:xfrm rot="-1617600">
            <a:off x="3323160" y="3566880"/>
            <a:ext cx="754560" cy="34344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2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Spectral clustering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2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27"/>
          <p:cNvSpPr/>
          <p:nvPr/>
        </p:nvSpPr>
        <p:spPr>
          <a:xfrm rot="-1617600">
            <a:off x="3323160" y="3566880"/>
            <a:ext cx="754560" cy="34344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000" y="809640"/>
            <a:ext cx="5630400" cy="563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880" y="1049760"/>
            <a:ext cx="5453280" cy="47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2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Spectral clustering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p2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28"/>
          <p:cNvSpPr/>
          <p:nvPr/>
        </p:nvSpPr>
        <p:spPr>
          <a:xfrm rot="-1617600">
            <a:off x="3323160" y="3566880"/>
            <a:ext cx="754560" cy="34344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5960" y="857160"/>
            <a:ext cx="6850800" cy="5717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8"/>
          <p:cNvSpPr/>
          <p:nvPr/>
        </p:nvSpPr>
        <p:spPr>
          <a:xfrm>
            <a:off x="2122560" y="1006560"/>
            <a:ext cx="1685880" cy="5595120"/>
          </a:xfrm>
          <a:prstGeom prst="ellipse">
            <a:avLst/>
          </a:prstGeom>
          <a:noFill/>
          <a:ln cap="flat" cmpd="sng" w="28425">
            <a:solidFill>
              <a:srgbClr val="222A35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9564840" y="4907520"/>
            <a:ext cx="2439360" cy="871920"/>
          </a:xfrm>
          <a:prstGeom prst="ellipse">
            <a:avLst/>
          </a:prstGeom>
          <a:noFill/>
          <a:ln cap="flat" cmpd="sng" w="28425">
            <a:solidFill>
              <a:srgbClr val="222A35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9616680" y="5125680"/>
            <a:ext cx="25750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constant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2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Comparison: community detection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2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3" name="Google Shape;47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360" y="1006200"/>
            <a:ext cx="12191760" cy="492912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9"/>
          <p:cNvSpPr/>
          <p:nvPr/>
        </p:nvSpPr>
        <p:spPr>
          <a:xfrm rot="-5088000">
            <a:off x="5526360" y="3631320"/>
            <a:ext cx="1061280" cy="43200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9"/>
          <p:cNvSpPr/>
          <p:nvPr/>
        </p:nvSpPr>
        <p:spPr>
          <a:xfrm rot="-5088000">
            <a:off x="9545040" y="3719520"/>
            <a:ext cx="1061280" cy="43200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3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p3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83" name="Google Shape;48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" y="-3600"/>
            <a:ext cx="12144960" cy="647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91" name="Google Shape;4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920" y="1088040"/>
            <a:ext cx="11628720" cy="364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3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p3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499" name="Google Shape;4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040" y="76560"/>
            <a:ext cx="12255480" cy="624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3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3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507" name="Google Shape;50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880" y="1410840"/>
            <a:ext cx="10338120" cy="268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Convolution theorem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515" name="Google Shape;5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160" y="1330920"/>
            <a:ext cx="10510200" cy="26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3" name="Google Shape;5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8" y="-10"/>
            <a:ext cx="12181681" cy="500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3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531" name="Google Shape;53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" y="-3600"/>
            <a:ext cx="12243240" cy="449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40" y="685800"/>
            <a:ext cx="12191760" cy="5494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3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3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4" name="Google Shape;5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" y="-2160"/>
            <a:ext cx="12181680" cy="555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3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1" name="Google Shape;551;p3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2" name="Google Shape;55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" y="-4320"/>
            <a:ext cx="12243240" cy="42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4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9" name="Google Shape;559;p4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560" name="Google Shape;5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280" y="720"/>
            <a:ext cx="12231000" cy="677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4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7" name="Google Shape;567;p4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" y="41760"/>
            <a:ext cx="12181680" cy="65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4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p4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텍스트이(가) 표시된 사진&#10;&#10;자동 생성된 설명" id="576" name="Google Shape;5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" y="81240"/>
            <a:ext cx="12181681" cy="647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2020-04-04T22:23:02Z</dcterms:created>
  <dc:creator>Chung Chae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35</vt:i4>
  </property>
</Properties>
</file>