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40" r:id="rId2"/>
    <p:sldId id="541" r:id="rId3"/>
    <p:sldId id="694" r:id="rId4"/>
    <p:sldId id="724" r:id="rId5"/>
    <p:sldId id="725" r:id="rId6"/>
    <p:sldId id="696" r:id="rId7"/>
    <p:sldId id="727" r:id="rId8"/>
    <p:sldId id="726" r:id="rId9"/>
    <p:sldId id="730" r:id="rId10"/>
    <p:sldId id="729" r:id="rId11"/>
    <p:sldId id="728" r:id="rId12"/>
    <p:sldId id="731" r:id="rId13"/>
    <p:sldId id="732" r:id="rId14"/>
    <p:sldId id="733" r:id="rId15"/>
    <p:sldId id="734" r:id="rId16"/>
    <p:sldId id="735" r:id="rId17"/>
    <p:sldId id="736" r:id="rId18"/>
    <p:sldId id="737" r:id="rId19"/>
    <p:sldId id="738" r:id="rId20"/>
    <p:sldId id="739" r:id="rId21"/>
    <p:sldId id="740" r:id="rId22"/>
    <p:sldId id="741" r:id="rId23"/>
    <p:sldId id="742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ng Chae" initials="CC" lastIdx="1" clrIdx="0">
    <p:extLst>
      <p:ext uri="{19B8F6BF-5375-455C-9EA6-DF929625EA0E}">
        <p15:presenceInfo xmlns:p15="http://schemas.microsoft.com/office/powerpoint/2012/main" userId="724bdbc6058cacc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4BF21-F4E9-416B-9406-A6A7F446CFE9}" v="209" dt="2020-04-10T01:12:57.689"/>
    <p1510:client id="{43BC8629-6464-455A-B292-65E45B93FB0D}" v="404" dt="2023-02-02T12:35:41.479"/>
    <p1510:client id="{82E733EF-7EEF-4275-9485-CD552C21CFBB}" v="964" dt="2020-04-10T12:07:51.8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2" autoAdjust="0"/>
    <p:restoredTop sz="94660"/>
  </p:normalViewPr>
  <p:slideViewPr>
    <p:cSldViewPr snapToGrid="0">
      <p:cViewPr>
        <p:scale>
          <a:sx n="75" d="100"/>
          <a:sy n="75" d="100"/>
        </p:scale>
        <p:origin x="9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04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3BD0AF-0B74-41CE-84D8-E8713AB4F043}"/>
              </a:ext>
            </a:extLst>
          </p:cNvPr>
          <p:cNvSpPr/>
          <p:nvPr userDrawn="1"/>
        </p:nvSpPr>
        <p:spPr>
          <a:xfrm>
            <a:off x="0" y="6516000"/>
            <a:ext cx="5221995" cy="3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6BD790-165E-45FB-91A1-CEACEF0556FF}"/>
              </a:ext>
            </a:extLst>
          </p:cNvPr>
          <p:cNvSpPr/>
          <p:nvPr/>
        </p:nvSpPr>
        <p:spPr>
          <a:xfrm>
            <a:off x="5198465" y="6516000"/>
            <a:ext cx="6993535" cy="324000"/>
          </a:xfrm>
          <a:prstGeom prst="rect">
            <a:avLst/>
          </a:prstGeom>
          <a:solidFill>
            <a:srgbClr val="9393FF"/>
          </a:solidFill>
          <a:ln>
            <a:solidFill>
              <a:srgbClr val="939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08A2D2-EAB4-4052-81B0-AE119D5EAC73}"/>
              </a:ext>
            </a:extLst>
          </p:cNvPr>
          <p:cNvSpPr/>
          <p:nvPr userDrawn="1"/>
        </p:nvSpPr>
        <p:spPr>
          <a:xfrm>
            <a:off x="0" y="15763"/>
            <a:ext cx="12192000" cy="772509"/>
          </a:xfrm>
          <a:prstGeom prst="rect">
            <a:avLst/>
          </a:prstGeom>
          <a:solidFill>
            <a:srgbClr val="475EC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125F92-00A6-46F4-8663-73C0500B3142}"/>
              </a:ext>
            </a:extLst>
          </p:cNvPr>
          <p:cNvSpPr/>
          <p:nvPr/>
        </p:nvSpPr>
        <p:spPr>
          <a:xfrm>
            <a:off x="-4157" y="6516364"/>
            <a:ext cx="5220000" cy="3258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F3BD73-2524-4D7E-87A3-BE7B1017FB0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9272752" y="6499952"/>
            <a:ext cx="2743200" cy="33565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52A29AA6-0AC1-45C6-B853-8174BCEB2EF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912C74-B4E7-4ADB-BB4F-CE1304040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93214"/>
          </a:xfrm>
        </p:spPr>
        <p:txBody>
          <a:bodyPr>
            <a:normAutofit/>
          </a:bodyPr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3F9565-23C3-48F5-9368-AB5E878DFE45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533362"/>
            <a:ext cx="5210978" cy="324638"/>
          </a:xfrm>
        </p:spPr>
        <p:txBody>
          <a:bodyPr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ko-KR" dirty="0"/>
              <a:t>graph/network</a:t>
            </a:r>
          </a:p>
        </p:txBody>
      </p:sp>
    </p:spTree>
    <p:extLst>
      <p:ext uri="{BB962C8B-B14F-4D97-AF65-F5344CB8AC3E}">
        <p14:creationId xmlns:p14="http://schemas.microsoft.com/office/powerpoint/2010/main" val="105180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58E19-F8A0-4C0A-81F6-248625D7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34C30-98B5-4452-A82B-0B2FF58C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03EF7-5440-4F2A-8D7F-3E4E0804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99089-B0CE-4132-8CD6-02C9FC9DD7AB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0C8EBC-5E87-466B-9B8E-99389EA7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AC50F0-7860-42FA-8260-8916C48F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31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5E98B-7082-4229-A64D-D642FC96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DE8D94-741B-45EB-A6A6-63CF08B1A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79590-65C2-4FFA-8585-6ECBA5DD9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20193-28D1-4100-8E79-EFE4A56E10F2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F459C-7091-4105-B699-97B4B292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2E2A0-54E2-440C-87C6-56F5D148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02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3F8DA-1C57-4734-ADD5-322CBF97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1AAC2A-26B7-4A90-81B5-1CCF26D3A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624E8-8EE5-4891-9605-0B4AAAE28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C37927-A9FE-4E52-971B-2A54861A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C4D4-4899-48A3-A0FE-8E3F412F212C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8C5184-6001-43FB-966C-C20EDD51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FA4167-8846-4159-8529-32E17DCD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1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B1D29-8E18-4C54-97BC-20D04238F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CF51BB-6C07-49DF-8E0D-3F7331B78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6714FA-3287-44CD-BE8C-2C47FB4DE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FA30D6-8958-4D9B-9DB7-9F1CCCEF9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2671D3-3456-4A6C-905E-7F209E6B3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D4F9AA-8B7F-4F48-9446-99C12ABDC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987-A027-47C3-B5CE-305ACDEFD57E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6B63A9-68F2-46DD-9DD0-F2200521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D183AB-3B1F-4B9E-B060-9C5C1473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29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BBA69-3217-486A-95D8-DA190304E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E3E132-2830-42FF-B380-88B5B48E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EDC86-0A07-473A-A04F-A65DE95A02DC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6113C8-B74D-4758-ADA4-4C07F125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546E9C-D8E1-4FB7-8D95-C3FE67FE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26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5BAD66-EE84-48C7-8039-60EBD148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101C-FC62-48E6-A87B-73A39E968A13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8F383B-6677-4365-A3F1-7AF8E47A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D6300F-B285-4552-AAF9-08B6A665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53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60C0F4-0CBA-4951-A7D5-527CACD94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13E3AA-3694-42D7-9DE9-2335DB614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D14FC-ECF2-47C6-BF6B-79072029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CB27-435D-494B-8F64-D4782AD8FE0D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4E3CD-5174-447C-8EEB-8DAB9A72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7636F5-9B59-42A3-BFE0-5B6A55F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86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68D40D-7012-4126-923B-8A1F3790E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2E7C1-C59A-4B9E-BA27-411AD5099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BE040-7460-42EC-B9EC-7805EE48E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CA108-1B6F-4B41-A4BD-3008A5B22419}" type="datetime1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2F8EF-1394-4481-B424-4CAA361A9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RNN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077B2-5904-4E86-BC01-C10DC553C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29AA6-0AC1-45C6-B853-8174BCEB2EF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246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CED83C-987E-4D95-B248-B4956D5B2551}"/>
              </a:ext>
            </a:extLst>
          </p:cNvPr>
          <p:cNvSpPr txBox="1"/>
          <p:nvPr/>
        </p:nvSpPr>
        <p:spPr>
          <a:xfrm>
            <a:off x="2512630" y="2577583"/>
            <a:ext cx="836251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altLang="ko-KR" sz="6000" dirty="0" err="1">
                <a:solidFill>
                  <a:schemeClr val="bg1"/>
                </a:solidFill>
                <a:latin typeface="맑은 고딕"/>
                <a:ea typeface="맑은 고딕"/>
              </a:rPr>
              <a:t>NetworkX</a:t>
            </a:r>
            <a:r>
              <a:rPr lang="en-US" altLang="ko-KR" sz="6000" dirty="0">
                <a:solidFill>
                  <a:schemeClr val="bg1"/>
                </a:solidFill>
                <a:latin typeface="맑은 고딕"/>
                <a:ea typeface="맑은 고딕"/>
              </a:rPr>
              <a:t>: centrality</a:t>
            </a:r>
            <a:endParaRPr lang="ko-KR" dirty="0">
              <a:solidFill>
                <a:schemeClr val="bg1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6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72F677-1CD2-4209-BC55-DCF246B8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graph/network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DEF3B7-2348-400E-830F-2B1B2B7C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29AA6-0AC1-45C6-B853-8174BCEB2EF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8623511C-9237-4326-B921-F213CB31597C}"/>
              </a:ext>
            </a:extLst>
          </p:cNvPr>
          <p:cNvSpPr txBox="1">
            <a:spLocks/>
          </p:cNvSpPr>
          <p:nvPr/>
        </p:nvSpPr>
        <p:spPr>
          <a:xfrm>
            <a:off x="9272752" y="6499952"/>
            <a:ext cx="2743200" cy="3356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29AA6-0AC1-45C6-B853-8174BCEB2EF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제목 4">
            <a:extLst>
              <a:ext uri="{FF2B5EF4-FFF2-40B4-BE49-F238E27FC236}">
                <a16:creationId xmlns:a16="http://schemas.microsoft.com/office/drawing/2014/main" id="{E21C347F-A978-485E-8BB3-26D66CCCA2EE}"/>
              </a:ext>
            </a:extLst>
          </p:cNvPr>
          <p:cNvSpPr txBox="1">
            <a:spLocks/>
          </p:cNvSpPr>
          <p:nvPr/>
        </p:nvSpPr>
        <p:spPr>
          <a:xfrm>
            <a:off x="660400" y="1411442"/>
            <a:ext cx="348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Contents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22DAC110-FB0E-4CDA-AD1B-58D5FBF467D9}"/>
              </a:ext>
            </a:extLst>
          </p:cNvPr>
          <p:cNvSpPr txBox="1">
            <a:spLocks/>
          </p:cNvSpPr>
          <p:nvPr/>
        </p:nvSpPr>
        <p:spPr>
          <a:xfrm>
            <a:off x="4047068" y="0"/>
            <a:ext cx="85852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17D78-CC6D-431B-88AE-DF9A1EFE0A68}"/>
              </a:ext>
            </a:extLst>
          </p:cNvPr>
          <p:cNvSpPr txBox="1"/>
          <p:nvPr/>
        </p:nvSpPr>
        <p:spPr>
          <a:xfrm>
            <a:off x="4758266" y="1473201"/>
            <a:ext cx="69426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Graph Theory</a:t>
            </a: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introduction</a:t>
            </a: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basic terminology</a:t>
            </a: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why GT in economics/finance?</a:t>
            </a: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research trend </a:t>
            </a:r>
          </a:p>
        </p:txBody>
      </p:sp>
      <p:sp>
        <p:nvSpPr>
          <p:cNvPr id="9" name="제목 4">
            <a:extLst>
              <a:ext uri="{FF2B5EF4-FFF2-40B4-BE49-F238E27FC236}">
                <a16:creationId xmlns:a16="http://schemas.microsoft.com/office/drawing/2014/main" id="{B8633A83-7565-4E9F-845D-C57ACE21CECC}"/>
              </a:ext>
            </a:extLst>
          </p:cNvPr>
          <p:cNvSpPr txBox="1">
            <a:spLocks/>
          </p:cNvSpPr>
          <p:nvPr/>
        </p:nvSpPr>
        <p:spPr>
          <a:xfrm>
            <a:off x="812800" y="1563842"/>
            <a:ext cx="348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Contents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10" name="제목 4">
            <a:extLst>
              <a:ext uri="{FF2B5EF4-FFF2-40B4-BE49-F238E27FC236}">
                <a16:creationId xmlns:a16="http://schemas.microsoft.com/office/drawing/2014/main" id="{692A4883-9FB0-4B00-AEB8-D2DB79E08651}"/>
              </a:ext>
            </a:extLst>
          </p:cNvPr>
          <p:cNvSpPr txBox="1">
            <a:spLocks/>
          </p:cNvSpPr>
          <p:nvPr/>
        </p:nvSpPr>
        <p:spPr>
          <a:xfrm>
            <a:off x="965200" y="1716242"/>
            <a:ext cx="3488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Contents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AA1888-5DFC-4D1B-8734-C6A2674D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3568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DDD3B8-6896-47C7-B1EB-9ED1C80049C8}"/>
              </a:ext>
            </a:extLst>
          </p:cNvPr>
          <p:cNvSpPr txBox="1"/>
          <p:nvPr/>
        </p:nvSpPr>
        <p:spPr>
          <a:xfrm>
            <a:off x="524933" y="1507067"/>
            <a:ext cx="294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13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4DEB-BF79-40DC-AE61-A0C482A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29AA6-0AC1-45C6-B853-8174BCEB2EF1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8D32EA-7AD6-4ABA-A9EB-B56B8049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 Nx: centrality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532272-4B5D-449C-AAA7-0DA735E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Neo4j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2E6D1-1D05-4924-9715-AA56FF6198B6}"/>
              </a:ext>
            </a:extLst>
          </p:cNvPr>
          <p:cNvSpPr txBox="1"/>
          <p:nvPr/>
        </p:nvSpPr>
        <p:spPr>
          <a:xfrm>
            <a:off x="682580" y="1609859"/>
            <a:ext cx="10753859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sz="3200" dirty="0">
                <a:solidFill>
                  <a:schemeClr val="accent2">
                    <a:lumMod val="50000"/>
                  </a:schemeClr>
                </a:solidFill>
                <a:latin typeface="맑은 고딕"/>
                <a:ea typeface="맑은 고딕"/>
              </a:rPr>
              <a:t>Information on how important nodes </a:t>
            </a:r>
            <a:endParaRPr lang="ko-KR" altLang="en-US">
              <a:solidFill>
                <a:schemeClr val="accent2">
                  <a:lumMod val="50000"/>
                </a:schemeClr>
              </a:solidFill>
              <a:ea typeface="맑은 고딕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2400" dirty="0">
                <a:latin typeface="맑은 고딕"/>
                <a:ea typeface="맑은 고딕"/>
              </a:rPr>
              <a:t>How many connections </a:t>
            </a:r>
            <a:endParaRPr lang="en-US" sz="2400">
              <a:latin typeface="맑은 고딕"/>
              <a:ea typeface="맑은 고딕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altLang="ko-KR" sz="2400" dirty="0">
                <a:latin typeface="맑은 고딕"/>
                <a:ea typeface="맑은 고딕"/>
              </a:rPr>
              <a:t>The location of nodes(s) in the network</a:t>
            </a:r>
            <a:endParaRPr lang="en-US" altLang="ko-KR" sz="2400"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789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4DEB-BF79-40DC-AE61-A0C482A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29AA6-0AC1-45C6-B853-8174BCEB2EF1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8D32EA-7AD6-4ABA-A9EB-B56B8049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Degree </a:t>
            </a:r>
            <a:endParaRPr 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532272-4B5D-449C-AAA7-0DA735E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Neo4j</a:t>
            </a:r>
          </a:p>
        </p:txBody>
      </p:sp>
      <p:pic>
        <p:nvPicPr>
          <p:cNvPr id="5" name="그림 6">
            <a:extLst>
              <a:ext uri="{FF2B5EF4-FFF2-40B4-BE49-F238E27FC236}">
                <a16:creationId xmlns:a16="http://schemas.microsoft.com/office/drawing/2014/main" id="{7FFB96B1-3661-546B-D9FE-E6691F500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54" y="1324708"/>
            <a:ext cx="3700584" cy="3700584"/>
          </a:xfrm>
          <a:prstGeom prst="rect">
            <a:avLst/>
          </a:prstGeom>
        </p:spPr>
      </p:pic>
      <p:pic>
        <p:nvPicPr>
          <p:cNvPr id="7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69CF45E5-83EC-F077-E002-5F1918F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476" y="1647150"/>
            <a:ext cx="5556739" cy="229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9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4DEB-BF79-40DC-AE61-A0C482A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29AA6-0AC1-45C6-B853-8174BCEB2EF1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8D32EA-7AD6-4ABA-A9EB-B56B8049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Degree </a:t>
            </a:r>
            <a:endParaRPr 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532272-4B5D-449C-AAA7-0DA735E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Neo4j</a:t>
            </a:r>
          </a:p>
        </p:txBody>
      </p:sp>
      <p:pic>
        <p:nvPicPr>
          <p:cNvPr id="5" name="그림 6">
            <a:extLst>
              <a:ext uri="{FF2B5EF4-FFF2-40B4-BE49-F238E27FC236}">
                <a16:creationId xmlns:a16="http://schemas.microsoft.com/office/drawing/2014/main" id="{7FFB96B1-3661-546B-D9FE-E6691F500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1324708"/>
            <a:ext cx="3700584" cy="3700584"/>
          </a:xfrm>
          <a:prstGeom prst="rect">
            <a:avLst/>
          </a:prstGeom>
        </p:spPr>
      </p:pic>
      <p:pic>
        <p:nvPicPr>
          <p:cNvPr id="6" name="그림 6">
            <a:extLst>
              <a:ext uri="{FF2B5EF4-FFF2-40B4-BE49-F238E27FC236}">
                <a16:creationId xmlns:a16="http://schemas.microsoft.com/office/drawing/2014/main" id="{285C3E2D-4042-4797-37A0-4DD805D91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708" y="1233937"/>
            <a:ext cx="6465276" cy="345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2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224DEB-BF79-40DC-AE61-A0C482A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A29AA6-0AC1-45C6-B853-8174BCEB2EF1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8D32EA-7AD6-4ABA-A9EB-B56B8049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ea typeface="맑은 고딕"/>
              </a:rPr>
              <a:t>G.degree</a:t>
            </a:r>
            <a:r>
              <a:rPr lang="en-US" altLang="ko-KR" dirty="0">
                <a:ea typeface="맑은 고딕"/>
              </a:rPr>
              <a:t>(k, weight='weight')</a:t>
            </a:r>
            <a:endParaRPr 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532272-4B5D-449C-AAA7-0DA735EA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Neo4j</a:t>
            </a:r>
          </a:p>
        </p:txBody>
      </p:sp>
      <p:pic>
        <p:nvPicPr>
          <p:cNvPr id="7" name="그림 7">
            <a:extLst>
              <a:ext uri="{FF2B5EF4-FFF2-40B4-BE49-F238E27FC236}">
                <a16:creationId xmlns:a16="http://schemas.microsoft.com/office/drawing/2014/main" id="{D43C9A20-D493-012B-FE6D-F183E9BC2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46" y="1429115"/>
            <a:ext cx="7149123" cy="428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A5E470-595A-2D3B-2C9E-28B17ADF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0809B8-C208-9485-186D-47F527BB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Degree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centrality</a:t>
            </a:r>
            <a:endParaRPr lang="ko-KR" altLang="en-US" dirty="0" err="1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7414B7-7C91-B968-F643-7112D5D5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E4E86518-B837-73B8-7843-E07E2557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4" y="1029821"/>
            <a:ext cx="10871199" cy="28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2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A5E470-595A-2D3B-2C9E-28B17ADF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0809B8-C208-9485-186D-47F527BB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Degree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centrality</a:t>
            </a:r>
            <a:endParaRPr lang="ko-KR" altLang="en-US" dirty="0" err="1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7414B7-7C91-B968-F643-7112D5D5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>
            <a:extLst>
              <a:ext uri="{FF2B5EF4-FFF2-40B4-BE49-F238E27FC236}">
                <a16:creationId xmlns:a16="http://schemas.microsoft.com/office/drawing/2014/main" id="{2E9DF859-AE10-2C85-9080-2D5069AE2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241083"/>
            <a:ext cx="5146430" cy="3447757"/>
          </a:xfrm>
          <a:prstGeom prst="rect">
            <a:avLst/>
          </a:prstGeom>
        </p:spPr>
      </p:pic>
      <p:pic>
        <p:nvPicPr>
          <p:cNvPr id="7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D4FDA6B8-795D-C050-5BA4-CD806A17E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631" y="1941635"/>
            <a:ext cx="6045200" cy="125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21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A5E470-595A-2D3B-2C9E-28B17ADF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0809B8-C208-9485-186D-47F527BB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Degree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centrality</a:t>
            </a:r>
            <a:endParaRPr lang="ko-KR" altLang="en-US" dirty="0" err="1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7414B7-7C91-B968-F643-7112D5D5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E4E86518-B837-73B8-7843-E07E2557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4" y="1029821"/>
            <a:ext cx="10871199" cy="28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A5E470-595A-2D3B-2C9E-28B17ADF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0809B8-C208-9485-186D-47F527BB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Degree</a:t>
            </a:r>
            <a:r>
              <a:rPr lang="ko-KR" altLang="en-US" dirty="0">
                <a:ea typeface="맑은 고딕"/>
              </a:rPr>
              <a:t> </a:t>
            </a:r>
            <a:r>
              <a:rPr lang="ko-KR" altLang="en-US" dirty="0" err="1">
                <a:ea typeface="맑은 고딕"/>
              </a:rPr>
              <a:t>centrality</a:t>
            </a:r>
            <a:endParaRPr lang="ko-KR" altLang="en-US" dirty="0" err="1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7414B7-7C91-B968-F643-7112D5D5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>
            <a:extLst>
              <a:ext uri="{FF2B5EF4-FFF2-40B4-BE49-F238E27FC236}">
                <a16:creationId xmlns:a16="http://schemas.microsoft.com/office/drawing/2014/main" id="{E4E86518-B837-73B8-7843-E07E2557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4" y="1029821"/>
            <a:ext cx="8096738" cy="2131358"/>
          </a:xfrm>
          <a:prstGeom prst="rect">
            <a:avLst/>
          </a:prstGeom>
        </p:spPr>
      </p:pic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D08B419-E33A-D14B-7F2A-721F83A9D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39" y="3903011"/>
            <a:ext cx="11193584" cy="88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10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EE7584-F091-99B7-C8B3-C7076F0E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2D51AF-7685-C7B0-A051-E40594F8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Closeness</a:t>
            </a:r>
            <a:r>
              <a:rPr lang="ko-KR" altLang="en-US" dirty="0">
                <a:ea typeface="맑은 고딕"/>
              </a:rPr>
              <a:t> 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7AA8CF-93CC-B52E-F299-00413339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B05A5FC6-71E4-9156-C38F-0B99C0F7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23" y="1360869"/>
            <a:ext cx="10890738" cy="341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2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EE7584-F091-99B7-C8B3-C7076F0E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2D51AF-7685-C7B0-A051-E40594F8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Closeness</a:t>
            </a:r>
            <a:r>
              <a:rPr lang="ko-KR" altLang="en-US" dirty="0">
                <a:ea typeface="맑은 고딕"/>
              </a:rPr>
              <a:t> (</a:t>
            </a:r>
            <a:r>
              <a:rPr lang="ko-KR" altLang="en-US" dirty="0" err="1">
                <a:ea typeface="맑은 고딕"/>
              </a:rPr>
              <a:t>node_size</a:t>
            </a:r>
            <a:r>
              <a:rPr lang="ko-KR" altLang="en-US" dirty="0">
                <a:ea typeface="맑은 고딕"/>
              </a:rPr>
              <a:t>, </a:t>
            </a:r>
            <a:r>
              <a:rPr lang="ko-KR" altLang="en-US" dirty="0" err="1">
                <a:ea typeface="맑은 고딕"/>
              </a:rPr>
              <a:t>width</a:t>
            </a:r>
            <a:r>
              <a:rPr lang="ko-KR" altLang="en-US" dirty="0">
                <a:ea typeface="맑은 고딕"/>
              </a:rPr>
              <a:t>) 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7AA8CF-93CC-B52E-F299-00413339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>
            <a:extLst>
              <a:ext uri="{FF2B5EF4-FFF2-40B4-BE49-F238E27FC236}">
                <a16:creationId xmlns:a16="http://schemas.microsoft.com/office/drawing/2014/main" id="{5AB9FAFD-9B5E-AE44-05FE-7157D53A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092" y="966479"/>
            <a:ext cx="7070968" cy="479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EE7584-F091-99B7-C8B3-C7076F0E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D2D51AF-7685-C7B0-A051-E40594F8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Closeness</a:t>
            </a:r>
            <a:r>
              <a:rPr lang="ko-KR" altLang="en-US" dirty="0">
                <a:ea typeface="맑은 고딕"/>
              </a:rPr>
              <a:t> (</a:t>
            </a:r>
            <a:r>
              <a:rPr lang="ko-KR" altLang="en-US" dirty="0" err="1">
                <a:ea typeface="맑은 고딕"/>
              </a:rPr>
              <a:t>node_size</a:t>
            </a:r>
            <a:r>
              <a:rPr lang="ko-KR" altLang="en-US" dirty="0">
                <a:ea typeface="맑은 고딕"/>
              </a:rPr>
              <a:t>, </a:t>
            </a:r>
            <a:r>
              <a:rPr lang="ko-KR" altLang="en-US" dirty="0" err="1">
                <a:ea typeface="맑은 고딕"/>
              </a:rPr>
              <a:t>width</a:t>
            </a:r>
            <a:r>
              <a:rPr lang="ko-KR" altLang="en-US" dirty="0">
                <a:ea typeface="맑은 고딕"/>
              </a:rPr>
              <a:t>) 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7AA8CF-93CC-B52E-F299-004133392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>
            <a:extLst>
              <a:ext uri="{FF2B5EF4-FFF2-40B4-BE49-F238E27FC236}">
                <a16:creationId xmlns:a16="http://schemas.microsoft.com/office/drawing/2014/main" id="{5AB9FAFD-9B5E-AE44-05FE-7157D53A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77" y="1572171"/>
            <a:ext cx="5312507" cy="3606194"/>
          </a:xfrm>
          <a:prstGeom prst="rect">
            <a:avLst/>
          </a:prstGeom>
        </p:spPr>
      </p:pic>
      <p:pic>
        <p:nvPicPr>
          <p:cNvPr id="5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1AF9168-ABC0-59EA-9139-4CAAB242E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554" y="2083380"/>
            <a:ext cx="6084276" cy="151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89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7C45C0-323E-EFD3-B2F5-75A5AE2E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F8228EA-9E48-69F0-DBE7-4D8A0154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394D8D-0186-1F39-4356-35066CDC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DE42859-5E6E-AAF9-5DC3-BD13C4CF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631" y="1524059"/>
            <a:ext cx="9571892" cy="410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48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7C45C0-323E-EFD3-B2F5-75A5AE2E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F8228EA-9E48-69F0-DBE7-4D8A0154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394D8D-0186-1F39-4356-35066CDC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DE42859-5E6E-AAF9-5DC3-BD13C4CF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65" y="1444890"/>
            <a:ext cx="6573373" cy="2816465"/>
          </a:xfrm>
          <a:prstGeom prst="rect">
            <a:avLst/>
          </a:prstGeom>
        </p:spPr>
      </p:pic>
      <p:pic>
        <p:nvPicPr>
          <p:cNvPr id="5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44016F7-E0CB-71AF-76BC-BA8786A0B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56" y="4657654"/>
            <a:ext cx="8957953" cy="100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3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7C45C0-323E-EFD3-B2F5-75A5AE2E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F8228EA-9E48-69F0-DBE7-4D8A0154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394D8D-0186-1F39-4356-35066CDC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DE42859-5E6E-AAF9-5DC3-BD13C4CF5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073" y="1078734"/>
            <a:ext cx="5801477" cy="2173219"/>
          </a:xfrm>
          <a:prstGeom prst="rect">
            <a:avLst/>
          </a:prstGeom>
        </p:spPr>
      </p:pic>
      <p:pic>
        <p:nvPicPr>
          <p:cNvPr id="5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B44016F7-E0CB-71AF-76BC-BA8786A0B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3" y="3668044"/>
            <a:ext cx="8957953" cy="1006330"/>
          </a:xfrm>
          <a:prstGeom prst="rect">
            <a:avLst/>
          </a:prstGeom>
        </p:spPr>
      </p:pic>
      <p:pic>
        <p:nvPicPr>
          <p:cNvPr id="7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A5B915AF-9451-F63E-42A2-A0E9EA9F4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13" y="4766029"/>
            <a:ext cx="8957953" cy="1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76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AA2041-396A-2EEB-E324-DAD631B4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A9D164-C9DC-41C4-1CCC-65EA2AB0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a typeface="맑은 고딕"/>
              </a:rPr>
              <a:t>Betweeness</a:t>
            </a:r>
            <a:r>
              <a:rPr lang="ko-KR" altLang="en-US" dirty="0">
                <a:ea typeface="맑은 고딕"/>
              </a:rPr>
              <a:t> 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E3B07-3A80-92C9-019B-DAE407A2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>
            <a:extLst>
              <a:ext uri="{FF2B5EF4-FFF2-40B4-BE49-F238E27FC236}">
                <a16:creationId xmlns:a16="http://schemas.microsoft.com/office/drawing/2014/main" id="{8AE9F2BD-0167-5CA6-4594-06F17F83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18" y="1091416"/>
            <a:ext cx="6147459" cy="409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97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AA2041-396A-2EEB-E324-DAD631B4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A9D164-C9DC-41C4-1CCC-65EA2AB0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/>
              </a:rPr>
              <a:t>Betweeness 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E3B07-3A80-92C9-019B-DAE407A2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>
            <a:extLst>
              <a:ext uri="{FF2B5EF4-FFF2-40B4-BE49-F238E27FC236}">
                <a16:creationId xmlns:a16="http://schemas.microsoft.com/office/drawing/2014/main" id="{8AE9F2BD-0167-5CA6-4594-06F17F83E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1121104"/>
            <a:ext cx="4494810" cy="2992830"/>
          </a:xfrm>
          <a:prstGeom prst="rect">
            <a:avLst/>
          </a:prstGeom>
        </p:spPr>
      </p:pic>
      <p:pic>
        <p:nvPicPr>
          <p:cNvPr id="5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E0976E22-8D1F-2FCE-4B5F-6A8AEACC1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933" y="3700926"/>
            <a:ext cx="7236030" cy="164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152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97683E-B701-8B44-B8F0-4B326971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48E2CAB-AFFB-516A-4ED4-33136064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145D1-7CEC-8C25-386C-290397E5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6F7E594-0961-D7A1-85CD-D0B6B1FA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35" y="1497134"/>
            <a:ext cx="9334005" cy="365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41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97683E-B701-8B44-B8F0-4B326971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48E2CAB-AFFB-516A-4ED4-33136064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145D1-7CEC-8C25-386C-290397E5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6F7E594-0961-D7A1-85CD-D0B6B1FA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35" y="1121082"/>
            <a:ext cx="6662057" cy="2606927"/>
          </a:xfrm>
          <a:prstGeom prst="rect">
            <a:avLst/>
          </a:prstGeom>
        </p:spPr>
      </p:pic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2111D65-A057-C52D-189E-F7A53E98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73" y="4140030"/>
            <a:ext cx="9185563" cy="115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3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497683E-B701-8B44-B8F0-4B326971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48E2CAB-AFFB-516A-4ED4-33136064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145D1-7CEC-8C25-386C-290397E5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5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6F7E594-0961-D7A1-85CD-D0B6B1FA2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35" y="1121082"/>
            <a:ext cx="6662057" cy="2359525"/>
          </a:xfrm>
          <a:prstGeom prst="rect">
            <a:avLst/>
          </a:prstGeom>
        </p:spPr>
      </p:pic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92111D65-A057-C52D-189E-F7A53E98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67" y="3645225"/>
            <a:ext cx="9185563" cy="982693"/>
          </a:xfrm>
          <a:prstGeom prst="rect">
            <a:avLst/>
          </a:prstGeom>
        </p:spPr>
      </p:pic>
      <p:pic>
        <p:nvPicPr>
          <p:cNvPr id="7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E3271D8D-7361-90DB-D624-171146AAA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50" y="4961708"/>
            <a:ext cx="9225148" cy="95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9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509AF2-53BF-C613-45BD-95FA2615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4D0A5CE-5C37-AE6C-90BB-33A2C78C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7C5D77-9C2D-D235-4A8E-15C45298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96043F3-54F6-76EA-D1BA-AF5EF7FE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1250452"/>
            <a:ext cx="9749641" cy="416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98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509AF2-53BF-C613-45BD-95FA2615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29AA6-0AC1-45C6-B853-8174BCEB2EF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4D0A5CE-5C37-AE6C-90BB-33A2C78CC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7C5D77-9C2D-D235-4A8E-15C45298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graph/network</a:t>
            </a:r>
          </a:p>
        </p:txBody>
      </p:sp>
      <p:pic>
        <p:nvPicPr>
          <p:cNvPr id="6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96043F3-54F6-76EA-D1BA-AF5EF7FEE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26" y="1082218"/>
            <a:ext cx="8285018" cy="3545616"/>
          </a:xfrm>
          <a:prstGeom prst="rect">
            <a:avLst/>
          </a:prstGeom>
        </p:spPr>
      </p:pic>
      <p:pic>
        <p:nvPicPr>
          <p:cNvPr id="7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771A2051-6234-5EBF-A384-232EE6B67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049" y="4928194"/>
            <a:ext cx="8344394" cy="116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543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3900</Words>
  <Application>Microsoft Office PowerPoint</Application>
  <PresentationFormat>와이드스크린</PresentationFormat>
  <Paragraphs>775</Paragraphs>
  <Slides>23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4" baseType="lpstr">
      <vt:lpstr>1_Office 테마</vt:lpstr>
      <vt:lpstr>PowerPoint 프레젠테이션</vt:lpstr>
      <vt:lpstr>PowerPoint 프레젠테이션</vt:lpstr>
      <vt:lpstr> Nx: centrality</vt:lpstr>
      <vt:lpstr>Degree </vt:lpstr>
      <vt:lpstr>Degree </vt:lpstr>
      <vt:lpstr>G.degree(k, weight='weight')</vt:lpstr>
      <vt:lpstr>Degree centrality</vt:lpstr>
      <vt:lpstr>Degree centrality</vt:lpstr>
      <vt:lpstr>Degree centrality</vt:lpstr>
      <vt:lpstr>Degree centrality</vt:lpstr>
      <vt:lpstr>Closeness </vt:lpstr>
      <vt:lpstr>Closeness (node_size, width) </vt:lpstr>
      <vt:lpstr>Closeness (node_size, width) </vt:lpstr>
      <vt:lpstr>PowerPoint 프레젠테이션</vt:lpstr>
      <vt:lpstr>PowerPoint 프레젠테이션</vt:lpstr>
      <vt:lpstr>PowerPoint 프레젠테이션</vt:lpstr>
      <vt:lpstr>Betweeness </vt:lpstr>
      <vt:lpstr>Betweeness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Chung Chae</dc:creator>
  <cp:lastModifiedBy>Chung Chae</cp:lastModifiedBy>
  <cp:revision>517</cp:revision>
  <dcterms:created xsi:type="dcterms:W3CDTF">2020-04-04T22:23:02Z</dcterms:created>
  <dcterms:modified xsi:type="dcterms:W3CDTF">2023-02-02T12:36:10Z</dcterms:modified>
</cp:coreProperties>
</file>